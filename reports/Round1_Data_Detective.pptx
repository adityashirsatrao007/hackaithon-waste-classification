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Waste Classification —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Hack[AI]Thon 2.0 · Round 1 · Data Detective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Dataset: 445 labeled training images, 115 test images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Classes: cardboard (82), glass (78), metal (84), paper (86), plastic (75), trash (40)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Imbalance ratio: 2.15× (trash is most underrepresented)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Source: Waste classification image set with intentionally introduced quality defects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Baseline model: Fixed ResNet-18 (not modified per competition rules)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Approach: Data-centric audit — identify issues, gather evidence, propose fixes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Problems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1. Wrong Labels — 71.5% (318/445) images are in the wrong folder. Folder names and filename-prefix labels disagree on most samples. Filename labels are equally unreliable.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2. Duplicate Images — 6 exact duplicate groups and 11 near-duplicate pairs found. Redundant samples inflate perceived dataset size and leak between train/validation splits.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3. Blurry / Low-Quality Images — 157 images (35.3%) have Laplacian variance &lt; 100. Minimum variance is 0.6 (effectively blank). These add noise without signal.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4. Class Imbalance — trash class has only 40 samples vs 82-86 for others. Model never learns to predict trash (0% recall, 0% F1).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5. Outliers — 22 file-size outliers detected (range 4.7KB–43KB). Possible corrupted or anomalous samples.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Evidence &amp; Analysis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Metrics (Baseline Model):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Overall Val Accuracy: 42.53% (≈ random on 6 classes = 16.7%)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Precision range: 0.0 (trash) — 0.80 (cardboard)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Recall range: 0.0 (trash) — 0.72 (cardboard)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Confusion matrix shows model predicts 'cardboard' for all classes — model learned folder bias, not visual features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UMAP embeddings show no clean cluster separation by true class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Evidence images saved at reports/evidence/ (12 mislabel examples, 12 blurry examples)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Suggested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1 — Correct Labels: Use filename-prefix labels where clear. For ambiguous cases, use confident learning (CleanLab) to flag 24 most-likely-correct corrections.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2 — Remove Duplicates: Deduplicate exact matches (6 groups) and near-duplicates (11 pairs) to prevent train/val leakage and inflated class counts.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3 — Handle Blurry Images: Down-weight or remove 157 low-quality images (Laplacian variance &lt; 100). Alternative: apply stronger augmentation to these.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4 — Balance Classes: Oversample trash class or use class weights. Data augmentation (rotation, flip, color jitter) most effective for minority classes.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5 — Stratified Splits: Use stratified sampling for train/validation splits to ensure all classes represented proportionally.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Fix 6 — Iterative Label Correction: Self-training / pseudo-labeling: train on corrected labels, predict unlabeled set, add high-confidence predictions, retrain.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Expected Impact of Fixes</a:t>
            </a:r>
          </a:p>
        </p:txBody>
      </p:sp>
      <p:pic>
        <p:nvPicPr>
          <p:cNvPr id="3" name="Picture 2" descr="umap_by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Label correction alone: expected +10–15% accuracy (from 42% → ~55–60%)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Deduplication + clean split: expected +3–5% (removes train/val leakage)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Blurry image handling: expected +2–3% (removes noisy signal)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Class balancing: expected +5–8% on trash recall (0% → ~30–40%)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Combined (all fixes): projected 60–70% val accuracy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Confident learning only corrected 24/445 labels — noise too severe for automated fix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Recommendation: Human-in-the-loop verification of 318 mislabeled samples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Best next step: Self-training loop — predict, filter confident (p &gt; 0.6), relabel, retrain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