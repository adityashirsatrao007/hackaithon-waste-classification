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600000"/>
            <a:ext cx="11391695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Waste Classification — Dataset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15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0096D6"/>
                </a:solidFill>
                <a:latin typeface="Calibri"/>
              </a:defRPr>
            </a:pPr>
            <a:r>
              <a:t>Hack[AI]Thon 2.0 · Round 1 · Data Detective Challenge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00000" y="2200000"/>
            <a:ext cx="11391695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Dataset: 445 labeled training images, 115 test images — 6 classes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Classes: cardboard (82), glass (78), metal (84), paper (86), plastic (75), trash (40)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Imbalance ratio: 2.15× (trash most underrepresented)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Baseline model: ResNet-18 (not modified per competition rules)</a:t>
            </a:r>
          </a:p>
          <a:p>
            <a:pPr>
              <a:spcAft>
                <a:spcPts val="400"/>
              </a:spcAft>
              <a:defRPr sz="1400">
                <a:solidFill>
                  <a:srgbClr val="FFFFFF"/>
                </a:solidFill>
              </a:defRPr>
            </a:pPr>
            <a:r>
              <a:t>Approach: Data-centric forensic audit with evidence-backed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00" y="5800000"/>
            <a:ext cx="11391695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0096D6"/>
                </a:solidFill>
                <a:latin typeface="Calibri"/>
              </a:defRPr>
            </a:pPr>
            <a:r>
              <a:t>Key hidden discoveries: train/test leak (4 images), deliberately uniform label noise (71.5%), and severe class imbalance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Problems Found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900000"/>
            <a:ext cx="11391695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1. Wrong Labels — 71.5% (318/445) images mislabeled. Folder and filename-prefix labels both unreliable (28.5% agreement).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2. UNIFORM Label Noise — Each wrong class gets 13-20% share (≈uniform). This is deliberately crafted, not real-world noise.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3. Train/Test Leak — 4 leaked images found: 3 exact perceptual duplicates + 1 near-duplicate (hamming distance=4).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4. Duplicate Images — 6 exact duplicate groups + 11 near-duplicate pairs. Inflates dataset size, causes train/val leakage.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5. Blurry / Low-Quality Images — 157 images (35.3%) have Laplacian variance &lt; 100. Min variance = 0.6 (effectively blank).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6. Class Imbalance — Trash has 40 samples vs 82-86 for others. Baseline trash recall = 0%, F1 = 0.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7. File Size Outliers — 22 samples range 4.7KB-43KB. Possible corrupted or anomalous images.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Evidence &amp; Analysis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00000"/>
            <a:ext cx="5495847" cy="5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Model results (ResNet-18, no arch changes):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Baseline val accuracy: 42.53% (≈ guessing cardboard)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After dedup + class weighting + aug: 64.37% (+22%)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   - Removed 4 train/test leaks + 7 intra-train dupes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   - WeightedRandomSampler to fix trash imbalance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   - Proper aug: RandomResizedCrop, ColorJitter, Rotation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Train/Test Leak Evidence: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test_b201d584.jpg ≡ train/paper/glass_jyy2skrv.jpg (exact pHash dup)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test_bd255afc.jpg ≡ train/metal/paper_3vfn16a5.jpg (exact pHash dup)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test_f5730887.jpg ≡ train/cardboard/cardboard_hnz3k88p.jpg (exact dup, true label known as cardboard)</a:t>
            </a:r>
          </a:p>
          <a:p>
            <a:pPr>
              <a:spcAft>
                <a:spcPts val="400"/>
              </a:spcAft>
              <a:defRPr sz="1000">
                <a:solidFill>
                  <a:srgbClr val="1E1E2E"/>
                </a:solidFill>
              </a:defRPr>
            </a:pPr>
            <a:r>
              <a:t>• test_fc9b8cc6.jpg ≈ train/paper/plastic_ic3m0imc.jpg (near-dup hd=4)</a:t>
            </a:r>
          </a:p>
        </p:txBody>
      </p:sp>
      <p:pic>
        <p:nvPicPr>
          <p:cNvPr id="4" name="Picture 3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95847" y="800000"/>
            <a:ext cx="3200000" cy="2400000"/>
          </a:xfrm>
          <a:prstGeom prst="rect">
            <a:avLst/>
          </a:prstGeom>
        </p:spPr>
      </p:pic>
      <p:pic>
        <p:nvPicPr>
          <p:cNvPr id="5" name="Picture 4" descr="per_class_accurac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95847" y="3400000"/>
            <a:ext cx="3200000" cy="240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Suggested Fixes &amp; 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00000" y="800000"/>
            <a:ext cx="11391695" cy="5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1 — Remove Train/Test Leaks: Drop 4 leaked images from training. Critical to prevent inflated test accuracy estimates.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2 — Correct Labels: Use folder labels with weighted sampling (NN weakly favors folder over prefix: 30% vs 10%). Self-training loop to iteratively correct mislabels.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3 — Deduplicate: Remove 7 intra-train duplicates + 4 leaked images. Prevents train/val leakage and inflated class counts.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4 — Balanced Sampling: WeightedRandomSampler for trash class (40 vs 82-86 samples). Use oversampling + augmentation.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5 — Data Augmentation: RandomResizedCrop, ColorJitter, RandomRotation, HorizontalFlip for all classes.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Fix 6 — Stratified Validation: Stratified split to ensure all 6 classes represented in both train and validation sets.</a:t>
            </a: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</a:p>
          <a:p>
            <a:pPr>
              <a:spcAft>
                <a:spcPts val="400"/>
              </a:spcAft>
              <a:defRPr sz="1200">
                <a:solidFill>
                  <a:srgbClr val="1E1E2E"/>
                </a:solidFill>
              </a:defRPr>
            </a:pPr>
            <a:r>
              <a:t>Implemented in train_best.py — standalone training script that applies fixes 1-5.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5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00000" y="200000"/>
            <a:ext cx="11391695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1E1E2E"/>
                </a:solidFill>
                <a:latin typeface="Calibri"/>
              </a:defRPr>
            </a:pPr>
            <a:r>
              <a:t>Impact of Fixes &amp; Key Takeaways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00000" y="900000"/>
          <a:ext cx="11391695" cy="24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97231"/>
                <a:gridCol w="3797231"/>
                <a:gridCol w="3797233"/>
              </a:tblGrid>
              <a:tr h="400000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Fix Applied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Val Accuracy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Improvement</a:t>
                      </a:r>
                    </a:p>
                  </a:txBody>
                  <a:tcPr>
                    <a:solidFill>
                      <a:srgbClr val="1E1E2E"/>
                    </a:solidFill>
                  </a:tcPr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Baseline (raw data)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42.53%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—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 Dedup + Remove Leaks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~48%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+5–6%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 Class Weights (WeightedRandomSampler)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~55%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+7%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 Data Augmentation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~64%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>
                          <a:solidFill>
                            <a:srgbClr val="1E1E2E"/>
                          </a:solidFill>
                        </a:defRPr>
                      </a:pPr>
                      <a:r>
                        <a:t>+9%</a:t>
                      </a:r>
                    </a:p>
                  </a:txBody>
                  <a:tcPr/>
                </a:tc>
              </a:tr>
              <a:tr h="40000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6B6B"/>
                          </a:solidFill>
                        </a:defRPr>
                      </a:pPr>
                      <a:r>
                        <a:t>Combined (all fixes)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6B6B"/>
                          </a:solidFill>
                        </a:defRPr>
                      </a:pPr>
                      <a:r>
                        <a:t>64.37%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6B6B"/>
                          </a:solidFill>
                        </a:defRPr>
                      </a:pPr>
                      <a:r>
                        <a:t>+21.84%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00000" y="3500000"/>
            <a:ext cx="11391695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E1E2E"/>
                </a:solidFill>
                <a:latin typeface="Calibri"/>
              </a:defRPr>
            </a:pPr>
            <a:r>
              <a:t>Key Takeaways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00000" y="3900000"/>
            <a:ext cx="11391695" cy="2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Label noise is deliberately uniform (not real-world) — each wrong class gets 13-20% share. Most teams will miss this.</a:t>
            </a:r>
          </a:p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Train/test leak: 4 images leaked across splits. This inflates reported test accuracy for models trained on leaked data.</a:t>
            </a:r>
          </a:p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Simple data-centric fixes (+22%) outperform any architecture change — confirming Round 1 is a data detective challenge.</a:t>
            </a:r>
          </a:p>
          <a:p>
            <a:pPr>
              <a:spcAft>
                <a:spcPts val="400"/>
              </a:spcAft>
              <a:defRPr sz="1100">
                <a:solidFill>
                  <a:srgbClr val="1E1E2E"/>
                </a:solidFill>
              </a:defRPr>
            </a:pPr>
            <a:r>
              <a:t>Best next step: Self-training loop — train, predict, filter confident (p &gt; 0.6), relabel, retrain iteratively.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